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8532FE-1828-4D7B-B601-4FC2D6FAFF47}" v="37" dt="2026-07-22T04:37:39.884"/>
    <p1510:client id="{C40FB597-1D6C-5751-A261-CF0EA5258E03}" v="2" dt="2026-07-21T16:39:42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5243A-C8EE-5640-2019-0EE89E307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E11C3-4EA5-062D-7356-EE3591F2D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B5508-9957-35F8-EEBF-5BB865BC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6224-CA12-48EB-971A-786BE005660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1CD57-F654-732F-00BD-7D54FDE05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5FAB4-CBAE-E470-AECC-371ADF75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1152A-9A92-406D-B06A-C91676D6B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1B0C-70DD-F62D-18E2-28080809D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9932D-0063-8069-6EAE-14B01EB4C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6A15F-0DB2-9CE1-D086-CE0B87A30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6224-CA12-48EB-971A-786BE005660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6C6C9-C8D5-B958-0E05-DAC36EE1B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5EB59-B5F8-84A9-9073-132176636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1152A-9A92-406D-B06A-C91676D6B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29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9CE7B-F598-3C2C-643E-0626F7246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CBD5C-BFDE-AA43-DB42-9ADE14709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60517-5C25-6A09-1CA4-EA3EFB37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6224-CA12-48EB-971A-786BE005660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CE058-21E3-1103-DD24-C82BB4A4C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5D18E-4D9C-2C30-864E-53D7BB25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1152A-9A92-406D-B06A-C91676D6B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20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78324-DB34-50C3-14B2-579A94349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923B5-7372-0279-F7C8-F723BB7EA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B6B9D-8E83-DCE4-0E2F-23371E12A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909E8-DC08-F9B7-B250-7D307222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6224-CA12-48EB-971A-786BE005660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69383-F81E-4FAF-872A-B898A846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E5453-7445-4FCF-E539-107B10662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1152A-9A92-406D-B06A-C91676D6B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766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E257-6FAB-AC21-3CEE-A4EF86378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2EA10-4101-9411-2DEF-677E68B23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8D3A6-4720-0C27-A473-444E9EC5E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BE984C-03B3-2F5A-BF42-51A6DDF43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7C0954-A0E5-C73B-1607-73FCE645D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0E9BD8-E532-3714-E920-B06302B84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6224-CA12-48EB-971A-786BE005660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997402-F889-04EF-79AA-A85707CBB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88FA1-AD22-FE96-E150-92A346C1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1152A-9A92-406D-B06A-C91676D6B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511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E753A-374F-BD37-6591-97B29D78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59AA7-13C0-3F50-BF88-40620F54A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6224-CA12-48EB-971A-786BE005660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BA986C-BB4B-BC4E-CBC4-6EBF1C50A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DA1D7-A748-A1F4-FDDF-392049FE1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1152A-9A92-406D-B06A-C91676D6B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693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DECE0-9BC5-C053-2954-FCFE3B2E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6224-CA12-48EB-971A-786BE005660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6D391D-1FB3-F539-99B4-EACAB7F8D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F5F6D-60FC-C576-E0FE-4B81A0549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1152A-9A92-406D-B06A-C91676D6B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337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E265-3F00-8779-6E37-30870CEE5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97DBB-CCE6-6BF7-EE08-76EBC39F0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D1A54-00AF-71D1-04C4-75A0AB2E6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07C81-8A24-00EF-21E5-A56EC304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6224-CA12-48EB-971A-786BE005660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D6FAC-34DD-F0C9-EE76-8FD73BC12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24124-8523-DB77-8944-DD2B2415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1152A-9A92-406D-B06A-C91676D6B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00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831F-5222-2B53-AF7F-E7656940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52C54D-4045-6C5F-DB13-261D88AE7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7B802-3645-9CDB-4851-9D76FFEBE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1E388-E7F6-571A-B95D-612648B4A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6224-CA12-48EB-971A-786BE005660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C8C53-22F1-4FDA-8271-49653D21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B913E-0FBB-7E2D-5389-AFD937BBC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1152A-9A92-406D-B06A-C91676D6B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94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DC29F-F034-28C4-D0C7-3B8B56F8C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8C535-0FFF-1AA0-C8F0-5E9772F56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6E9C6-630B-D1EE-8533-859389E7E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6224-CA12-48EB-971A-786BE005660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2C8B5-654A-568D-7B2B-3B8630F8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969DF-E293-088D-3B65-04E3E3F4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1152A-9A92-406D-B06A-C91676D6B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55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B54FEB-FB51-E964-5004-BCE1987C5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75BDC-75A6-356F-CAA0-EFA46E2FC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CDF67-2DD2-57A5-FF34-C8B2729B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6224-CA12-48EB-971A-786BE005660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0EFEE-F888-7ADF-54A1-586AA1C4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07699-7FAC-B53E-B5EA-794610D3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1152A-9A92-406D-B06A-C91676D6B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90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FD9FA6-B86C-ED32-B8CC-B981119F0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E1EEB-855D-CA86-7C0B-40DE0BD9C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5F013-E252-33BF-32C8-D8EB8E432E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56224-CA12-48EB-971A-786BE005660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87213-298B-6199-EFB2-A6F6B296B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84CCC-2635-FA94-9DC5-EEE01082E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1152A-9A92-406D-B06A-C91676D6B4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890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6955-2B22-9D1C-2DC8-3A2704C74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127" y="1644301"/>
            <a:ext cx="11503742" cy="1268208"/>
          </a:xfrm>
        </p:spPr>
        <p:txBody>
          <a:bodyPr>
            <a:normAutofit fontScale="90000"/>
          </a:bodyPr>
          <a:lstStyle/>
          <a:p>
            <a:r>
              <a:rPr lang="en-IN" sz="3000" b="1">
                <a:latin typeface="Times New Roman"/>
                <a:cs typeface="Times New Roman"/>
              </a:rPr>
              <a:t>Intrusion Detection Driven Security Enhancement for IoT Networks Compared with Traditional Security Methods for Improved Threat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F6C59-3AB3-4B0D-9809-2547E1578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3838" y="4118231"/>
            <a:ext cx="10004323" cy="2002349"/>
          </a:xfrm>
        </p:spPr>
        <p:txBody>
          <a:bodyPr>
            <a:normAutofit/>
          </a:bodyPr>
          <a:lstStyle/>
          <a:p>
            <a:pPr algn="l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                                                                    Guided by:</a:t>
            </a:r>
          </a:p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Haashini P (192524047)                                                       Dr. P. Jesu Jayarin</a:t>
            </a:r>
          </a:p>
          <a:p>
            <a:pPr algn="l" fontAlgn="b"/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Srithika K (192524449) </a:t>
            </a:r>
          </a:p>
          <a:p>
            <a:pPr algn="l" fontAlgn="b"/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Monika M (192521435)</a:t>
            </a:r>
          </a:p>
          <a:p>
            <a:pPr algn="l" fontAlgn="b"/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Sheela M (192521221)</a:t>
            </a:r>
          </a:p>
          <a:p>
            <a:pPr algn="r" fontAlgn="b"/>
            <a:endParaRPr lang="en-IN" sz="2000">
              <a:latin typeface="Calibri" panose="020F0502020204030204" pitchFamily="34" charset="0"/>
            </a:endParaRPr>
          </a:p>
          <a:p>
            <a:pPr fontAlgn="b"/>
            <a:endParaRPr lang="en-IN" sz="1100">
              <a:latin typeface="Calibri" panose="020F0502020204030204" pitchFamily="34" charset="0"/>
            </a:endParaRPr>
          </a:p>
          <a:p>
            <a:pPr fontAlgn="b"/>
            <a:endParaRPr lang="en-IN">
              <a:latin typeface="Calibri" panose="020F0502020204030204" pitchFamily="34" charset="0"/>
            </a:endParaRPr>
          </a:p>
          <a:p>
            <a:endParaRPr lang="en-IN"/>
          </a:p>
          <a:p>
            <a:endParaRPr lang="en-IN" sz="1100">
              <a:latin typeface="Calibri" panose="020F0502020204030204" pitchFamily="34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C7E668-835C-1176-78F6-2EEC47295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0" r="8205"/>
          <a:stretch>
            <a:fillRect/>
          </a:stretch>
        </p:blipFill>
        <p:spPr bwMode="auto">
          <a:xfrm>
            <a:off x="226142" y="127794"/>
            <a:ext cx="11739716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BDDD22-7444-F984-15DD-43395E9DB316}"/>
              </a:ext>
            </a:extLst>
          </p:cNvPr>
          <p:cNvSpPr txBox="1"/>
          <p:nvPr/>
        </p:nvSpPr>
        <p:spPr>
          <a:xfrm>
            <a:off x="4862664" y="3198167"/>
            <a:ext cx="18177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 1</a:t>
            </a:r>
          </a:p>
        </p:txBody>
      </p:sp>
    </p:spTree>
    <p:extLst>
      <p:ext uri="{BB962C8B-B14F-4D97-AF65-F5344CB8AC3E}">
        <p14:creationId xmlns:p14="http://schemas.microsoft.com/office/powerpoint/2010/main" val="1662353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0D15F-4D5B-F306-60A3-ABAFC74D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18EA4-C753-989B-B2E0-F7D595CDC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connects smart devices through the internet. </a:t>
            </a:r>
          </a:p>
          <a:p>
            <a:pPr marL="0" indent="0">
              <a:buNone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IoT devices are widely used in healthcare, smart homes, and industries.</a:t>
            </a:r>
          </a:p>
          <a:p>
            <a:pPr marL="0" indent="0">
              <a:buNone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These devices are vulnerable to cyberattacks due to limited security.</a:t>
            </a:r>
          </a:p>
          <a:p>
            <a:pPr marL="0" indent="0">
              <a:buNone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Intrusion Detection Systems (IDS) help identify malicious network activities. </a:t>
            </a:r>
          </a:p>
          <a:p>
            <a:pPr marL="0" indent="0">
              <a:buNone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enhances IoT network security using intrusion detection techniques.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3C474-6BCA-84CD-FF40-D02CF702086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7184" y="207668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995F45-BDBA-2E90-DF2F-FDCB1CE1F9B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4534" y="17687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7630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34382-EFC4-46A7-015A-CE2EAB9E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966" y="365125"/>
            <a:ext cx="8524568" cy="1154637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Network Design and Traditional Security Implementation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58EB6-4106-2635-361F-4D57DFB61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426" y="2032102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IoT network architecture.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IoT devices and network connections.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traditional security methods (firewall, authentication, access control).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normal network communication.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a baseline for security comparison.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A6B6E-5F6F-F138-4958-61E2AEF7B75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90" y="176878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5451E2-844B-0D06-3560-F380CAC76AD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796" y="17687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1901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59307-FA09-01FF-DEC2-3039DDD7E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748" y="334335"/>
            <a:ext cx="9701981" cy="1185427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Intrusion Detection System (IDS) Implementation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13FE6-C5F2-A019-F1A8-726C47318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748" y="1869870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suitable intrusion detection technique.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or configure the IDS using Python or Snort.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incoming and outgoing network traffic.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normal and malicious activities.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intrusion alerts.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723090-C4AC-AD34-C8DC-4EC3E01AE01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462" y="176878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3F4F37-F9DB-E97F-E356-BB3AC4A4FA7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897" y="17687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3505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6AC79-DD4F-C449-FC9B-662143FA9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117" y="365125"/>
            <a:ext cx="9690200" cy="1207947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Simulation and Comparative Threat Analysis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745D8-63EC-8194-2F34-44A8E1041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117" y="2141537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common cyberattacks on the IoT network.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normal and malicious network traffic.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network using traditional security only.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network using traditional security + IDS.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attack detection and response between both methods.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8ACC5-FA45-9C50-9A73-A6ED7F14D90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76878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DA01D2-0EBD-0826-E6FC-21F1ABBD15A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5187" y="23018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461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09E3-2022-7852-5A0B-1161E045E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116" y="271001"/>
            <a:ext cx="8981767" cy="1154637"/>
          </a:xfrm>
        </p:spPr>
        <p:txBody>
          <a:bodyPr>
            <a:norm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IoT network performance and security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67B85-A83B-97EB-BFCB-B85390DD2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677" y="1928864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intrusion detection accuracy.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network latency, throughput, and packet loss.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network performance before and after IDS implementation.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security reports and performance analysis.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the improvement in threat detection.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8FBFE-DF2F-67DD-C776-4A66890C50D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2232" y="176877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826317-42D5-977E-A3B1-5BE939D8CD5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17687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1804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6592-E182-6695-CF22-705B74AF7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PROPOSED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32350-A27B-1A1D-1D82-973D8AE85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4174" y="187893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IDS development and analysis.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Wireshark – Packet capture and monitoring.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Snort – Intrusion detection.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 Linux – Attack simulation (including Nmap).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GNS3 – IoT network design and simulation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C06584-F794-AF4B-0EE6-33B474E423F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210" y="176878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E44F0D-2029-97B1-9C98-7AFAE2B41E9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260887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9877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FB16B2-5080-2D92-2562-7BA0849D6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891" y="1795234"/>
            <a:ext cx="5144218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21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Intrusion Detection Driven Security Enhancement for IoT Networks Compared with Traditional Security Methods for Improved Threat Detection</vt:lpstr>
      <vt:lpstr>INTRODUCTION</vt:lpstr>
      <vt:lpstr>MODULE 1 – IoT Network Design and Traditional Security Implementation</vt:lpstr>
      <vt:lpstr>MODULE 2 –  Intrusion Detection System (IDS) Implementation</vt:lpstr>
      <vt:lpstr>MODULE 3 – Attack Simulation and Comparative Threat Analysis</vt:lpstr>
      <vt:lpstr>MODULE 4 – IoT network performance and security evaluation</vt:lpstr>
      <vt:lpstr>PROPOSED TOOLS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Prem Kumar</dc:creator>
  <cp:lastModifiedBy>Prem Kumar</cp:lastModifiedBy>
  <cp:revision>4</cp:revision>
  <dcterms:created xsi:type="dcterms:W3CDTF">2026-07-21T16:07:30Z</dcterms:created>
  <dcterms:modified xsi:type="dcterms:W3CDTF">2026-07-22T04:38:33Z</dcterms:modified>
</cp:coreProperties>
</file>